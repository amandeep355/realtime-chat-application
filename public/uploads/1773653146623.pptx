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– Advanced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Cleaning, Transformation &amp; Normalization</a:t>
            </a:r>
          </a:p>
          <a:p>
            <a:r>
              <a:t>With Exam-Level Numerical Problems &amp; Graphs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Problem 1 – Missing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10, 20, ?, 40, 50</a:t>
            </a:r>
          </a:p>
          <a:p>
            <a:r>
              <a:t>Mean = (10+20+40+50)/4 = 30</a:t>
            </a:r>
          </a:p>
          <a:p>
            <a:r>
              <a:t>Replace missing value with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Problem 2 – Binning (Smoothing)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Data: 4, 8, 15, 21, 24, 28, 34</a:t>
            </a:r>
          </a:p>
          <a:p>
            <a:r>
              <a:t>Bin1: 4,8,15 → Mean = 9</a:t>
            </a:r>
          </a:p>
          <a:p>
            <a:r>
              <a:t>Bin2: 21,24,28 → Mean = 24.33</a:t>
            </a:r>
          </a:p>
          <a:p>
            <a:r>
              <a:t>Bin3: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Problem 3 – Min-Max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5, 10, 15, 20, 25</a:t>
            </a:r>
          </a:p>
          <a:p>
            <a:r>
              <a:t>Min=5, Max=25</a:t>
            </a:r>
          </a:p>
          <a:p>
            <a:r>
              <a:t>Normalize 15: (15-5)/(25-5)=10/20=0.5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Problem 4 – Z-Score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Mean=100, SD=20</a:t>
            </a:r>
          </a:p>
          <a:p>
            <a:r>
              <a:t>Value=130</a:t>
            </a:r>
          </a:p>
          <a:p>
            <a:r>
              <a:t>Z=(130-100)/20=1.5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Problem 5 – Decimal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345, 678, 123</a:t>
            </a:r>
          </a:p>
          <a:p>
            <a:r>
              <a:t>Max value=678</a:t>
            </a:r>
          </a:p>
          <a:p>
            <a:r>
              <a:t>Divide by 1000</a:t>
            </a:r>
          </a:p>
          <a:p>
            <a:r>
              <a:t>Normalized: 0.345, 0.678, 0.123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Graphical Illustration – Normal Distribution</a:t>
            </a:r>
          </a:p>
        </p:txBody>
      </p:sp>
      <p:pic>
        <p:nvPicPr>
          <p:cNvPr id="3" name="Picture 2" descr="norm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Diagram – Original Data</a:t>
            </a:r>
          </a:p>
        </p:txBody>
      </p:sp>
      <p:pic>
        <p:nvPicPr>
          <p:cNvPr id="3" name="Picture 2" descr="original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Diagram – After Min-Max Normalization</a:t>
            </a:r>
          </a:p>
        </p:txBody>
      </p:sp>
      <p:pic>
        <p:nvPicPr>
          <p:cNvPr id="3" name="Picture 2" descr="scaled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Exam-Oriented Practice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Apply Min-Max on: 2,4,6,8,10</a:t>
            </a:r>
          </a:p>
          <a:p>
            <a:r>
              <a:t>2. Compute Z-score if μ=60, σ=5, x=75</a:t>
            </a:r>
          </a:p>
          <a:p>
            <a:r>
              <a:t>3. Identify outlier in: 12,14,13,90,15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 improves accuracy</a:t>
            </a:r>
          </a:p>
          <a:p>
            <a:r>
              <a:t>Normalization essential for ML algorithms</a:t>
            </a:r>
          </a:p>
          <a:p>
            <a:r>
              <a:t>Practice numericals for exam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