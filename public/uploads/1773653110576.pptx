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Mining – Class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 to Data Mining</a:t>
            </a:r>
          </a:p>
          <a:p>
            <a:r>
              <a:t>Course Overview</a:t>
            </a:r>
          </a:p>
          <a:p>
            <a:r>
              <a:t>Importance and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 facts and figures</a:t>
            </a:r>
          </a:p>
          <a:p>
            <a:r>
              <a:t>Unprocessed and unorganized</a:t>
            </a:r>
          </a:p>
          <a:p>
            <a:r>
              <a:t>Examples: marks, sales, sensor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Information?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Processed and meaningful data</a:t>
            </a:r>
          </a:p>
          <a:p>
            <a:r>
              <a:t>Useful for decision making</a:t>
            </a:r>
          </a:p>
          <a:p>
            <a:r>
              <a:t>Data → Information → Knowledge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Data Mining?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Discovery of hidden patterns</a:t>
            </a:r>
          </a:p>
          <a:p>
            <a:r>
              <a:t>Extracting useful knowledge</a:t>
            </a:r>
          </a:p>
          <a:p>
            <a:r>
              <a:t>Uses statistics and machine learning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Data Mining?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Huge amount of digital data</a:t>
            </a:r>
          </a:p>
          <a:p>
            <a:r>
              <a:t>Manual analysis not possible</a:t>
            </a:r>
          </a:p>
          <a:p>
            <a:r>
              <a:t>Better and faster decisions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Data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– Customer analysis</a:t>
            </a:r>
          </a:p>
          <a:p>
            <a:r>
              <a:t>Education – Student performance</a:t>
            </a:r>
          </a:p>
          <a:p>
            <a:r>
              <a:t>Healthcare – Disease prediction</a:t>
            </a:r>
          </a:p>
          <a:p>
            <a:r>
              <a:t>Banking – Fraud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KDD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Cleaning</a:t>
            </a:r>
          </a:p>
          <a:p>
            <a:r>
              <a:t>Data Integration</a:t>
            </a:r>
          </a:p>
          <a:p>
            <a:r>
              <a:t>Data Selection</a:t>
            </a:r>
          </a:p>
          <a:p>
            <a:r>
              <a:t>Data Transformation</a:t>
            </a:r>
          </a:p>
          <a:p>
            <a:r>
              <a:t>Data Mining</a:t>
            </a:r>
          </a:p>
          <a:p>
            <a:r>
              <a:t>Pattern Evaluation</a:t>
            </a:r>
          </a:p>
          <a:p>
            <a:r>
              <a:t>Knowledge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Structured Data</a:t>
            </a:r>
          </a:p>
          <a:p>
            <a:r>
              <a:t>Semi-Structured Data</a:t>
            </a:r>
          </a:p>
          <a:p>
            <a:r>
              <a:t>Unstructured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Mining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Classification</a:t>
            </a:r>
          </a:p>
          <a:p>
            <a:r>
              <a:t>Clustering</a:t>
            </a:r>
          </a:p>
          <a:p>
            <a:r>
              <a:t>Association Rule Mining</a:t>
            </a:r>
          </a:p>
          <a:p>
            <a:r>
              <a:t>Prediction and Regression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Data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Large data volume</a:t>
            </a:r>
          </a:p>
          <a:p>
            <a:r>
              <a:t>Poor data quality</a:t>
            </a:r>
          </a:p>
          <a:p>
            <a:r>
              <a:t>Privacy and security issues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 to data mining</a:t>
            </a:r>
          </a:p>
          <a:p>
            <a:r>
              <a:t>Importance and applications</a:t>
            </a:r>
          </a:p>
          <a:p>
            <a:r>
              <a:t>KDD process overview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